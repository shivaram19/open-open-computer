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8FAFC"/>
                </a:solidFill>
              </a:defRPr>
            </a:pPr>
            <a:r>
              <a:t>Signal 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56616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6B6D4"/>
                </a:solidFill>
              </a:defRPr>
            </a:pPr>
            <a:r>
              <a:t>Open-source hyper-local edutainment at scale</a:t>
            </a:r>
            <a:br/>
            <a:r>
              <a:t>One video → N languages × M formats × P platforms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Open-source · Indic-languages · GPU-powered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WHY THIS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34155"/>
                </a:solidFill>
              </a:defRPr>
            </a:pPr>
            <a:r>
              <a:t>• India has 22 scheduled languages and thousands of dialects.</a:t>
            </a:r>
          </a:p>
          <a:p>
            <a:pPr>
              <a:spcAft>
                <a:spcPts val="1400"/>
              </a:spcAft>
              <a:defRPr sz="2000">
                <a:solidFill>
                  <a:srgbClr val="334155"/>
                </a:solidFill>
              </a:defRPr>
            </a:pPr>
            <a:r>
              <a:t>• Civic and economic information rarely reaches people in their native tongue.</a:t>
            </a:r>
          </a:p>
          <a:p>
            <a:pPr>
              <a:spcAft>
                <a:spcPts val="1400"/>
              </a:spcAft>
              <a:defRPr sz="2000">
                <a:solidFill>
                  <a:srgbClr val="334155"/>
                </a:solidFill>
              </a:defRPr>
            </a:pPr>
            <a:r>
              <a:t>• Manual translation, dubbing, and short-form editing don’t scale.</a:t>
            </a:r>
          </a:p>
          <a:p>
            <a:pPr>
              <a:spcAft>
                <a:spcPts val="1400"/>
              </a:spcAft>
              <a:defRPr sz="2000">
                <a:solidFill>
                  <a:srgbClr val="334155"/>
                </a:solidFill>
              </a:defRPr>
            </a:pPr>
            <a:r>
              <a:t>• Creators and NGOs need a deterministic, reusable pipeline.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WHAT WE’RE BUILDING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34155"/>
                </a:solidFill>
              </a:defRPr>
            </a:pPr>
            <a:r>
              <a:t>• Drop one source video — get dozens of regional short-form clips.</a:t>
            </a:r>
          </a:p>
          <a:p>
            <a:pPr>
              <a:spcAft>
                <a:spcPts val="1400"/>
              </a:spcAft>
              <a:defRPr sz="2000">
                <a:solidFill>
                  <a:srgbClr val="334155"/>
                </a:solidFill>
              </a:defRPr>
            </a:pPr>
            <a:r>
              <a:t>• ASR, translation, clip extraction, caption burn, and publishing are automated.</a:t>
            </a:r>
          </a:p>
          <a:p>
            <a:pPr>
              <a:spcAft>
                <a:spcPts val="1400"/>
              </a:spcAft>
              <a:defRPr sz="2000">
                <a:solidFill>
                  <a:srgbClr val="334155"/>
                </a:solidFill>
              </a:defRPr>
            </a:pPr>
            <a:r>
              <a:t>• Demographic engine matches topics to regions, languages, and best posting times.</a:t>
            </a:r>
          </a:p>
          <a:p>
            <a:pPr>
              <a:spcAft>
                <a:spcPts val="1400"/>
              </a:spcAft>
              <a:defRPr sz="2000">
                <a:solidFill>
                  <a:srgbClr val="334155"/>
                </a:solidFill>
              </a:defRPr>
            </a:pPr>
            <a:r>
              <a:t>• Fully open-source: models, code, and templates are transparent and forkable.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How Signal Network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554480"/>
            <a:ext cx="2468880" cy="100584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6B6D4"/>
                </a:solidFill>
              </a:defRPr>
            </a:pPr>
            <a:r>
              <a:t>1. Ingest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yt-dlp + ffmpeg → clean audio</a:t>
            </a:r>
          </a:p>
        </p:txBody>
      </p:sp>
      <p:sp>
        <p:nvSpPr>
          <p:cNvPr id="4" name="Rectangle 3"/>
          <p:cNvSpPr/>
          <p:nvPr/>
        </p:nvSpPr>
        <p:spPr>
          <a:xfrm>
            <a:off x="3291840" y="1554480"/>
            <a:ext cx="2468880" cy="100584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6B6D4"/>
                </a:solidFill>
              </a:defRPr>
            </a:pPr>
            <a:r>
              <a:t>2. ASR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IndicConformer → word-level transcripts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0" y="1554480"/>
            <a:ext cx="2468880" cy="100584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6B6D4"/>
                </a:solidFill>
              </a:defRPr>
            </a:pPr>
            <a:r>
              <a:t>3. Translate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IndicTrans2 → 22 Indic languages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926080"/>
            <a:ext cx="2468880" cy="100584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6B6D4"/>
                </a:solidFill>
              </a:defRPr>
            </a:pPr>
            <a:r>
              <a:t>4. Clip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Signal-aware viral-moment extraction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2926080"/>
            <a:ext cx="2468880" cy="100584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6B6D4"/>
                </a:solidFill>
              </a:defRPr>
            </a:pPr>
            <a:r>
              <a:t>5. Render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Revideo / FFmpeg caption burn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2926080"/>
            <a:ext cx="2468880" cy="100584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6B6D4"/>
                </a:solidFill>
              </a:defRPr>
            </a:pPr>
            <a:r>
              <a:t>6. Publish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Azure Blob + platform publishers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6634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One input → dozens of regional variants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Built &amp; Tested Stack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80467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291840"/>
                <a:gridCol w="2560320"/>
              </a:tblGrid>
              <a:tr h="679268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8FAFC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8FAFC"/>
                          </a:solidFill>
                        </a:defRPr>
                      </a:pPr>
                      <a:r>
                        <a:t>Tool / Model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8FAFC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4155"/>
                          </a:solidFill>
                        </a:defRPr>
                      </a:pPr>
                      <a:r>
                        <a:t>GPU 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4155"/>
                          </a:solidFill>
                        </a:defRPr>
                      </a:pPr>
                      <a:r>
                        <a:t>Massed Compute A6000, CUDA 12.5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</a:defRPr>
                      </a:pPr>
                      <a:r>
                        <a:t>Running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4155"/>
                          </a:solidFill>
                        </a:defRPr>
                      </a:pPr>
                      <a:r>
                        <a:t>ASR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4155"/>
                          </a:solidFill>
                        </a:defRPr>
                      </a:pPr>
                      <a:r>
                        <a:t>AI4Bharat IndicConformer 600M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</a:defRPr>
                      </a:pPr>
                      <a:r>
                        <a:t>22-lang transcripts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4155"/>
                          </a:solidFill>
                        </a:defRPr>
                      </a:pPr>
                      <a:r>
                        <a:t>Translation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4155"/>
                          </a:solidFill>
                        </a:defRPr>
                      </a:pPr>
                      <a:r>
                        <a:t>AI4Bharat IndicTrans2 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</a:defRPr>
                      </a:pPr>
                      <a:r>
                        <a:t>Indic→Indic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4155"/>
                          </a:solidFill>
                        </a:defRPr>
                      </a:pPr>
                      <a:r>
                        <a:t>Media 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4155"/>
                          </a:solidFill>
                        </a:defRPr>
                      </a:pPr>
                      <a:r>
                        <a:t>Bernini-R 1.3B Diffusers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59755"/>
                          </a:solidFill>
                        </a:defRPr>
                      </a:pPr>
                      <a:r>
                        <a:t>20/20 tests pass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4155"/>
                          </a:solidFill>
                        </a:defRPr>
                      </a:pPr>
                      <a:r>
                        <a:t>Pipeline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4155"/>
                          </a:solidFill>
                        </a:defRPr>
                      </a:pPr>
                      <a:r>
                        <a:t>Signal Network spine + fan-out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59755"/>
                          </a:solidFill>
                        </a:defRPr>
                      </a:pPr>
                      <a:r>
                        <a:t>35/35 tests pass</a:t>
                      </a:r>
                    </a:p>
                  </a:txBody>
                  <a:tcPr/>
                </a:tc>
              </a:tr>
              <a:tr h="679272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4155"/>
                          </a:solidFill>
                        </a:defRPr>
                      </a:pPr>
                      <a:r>
                        <a:t>Cloud Upload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4155"/>
                          </a:solidFill>
                        </a:defRPr>
                      </a:pPr>
                      <a:r>
                        <a:t>Azure Blob 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59755"/>
                          </a:solidFill>
                        </a:defRPr>
                      </a:pPr>
                      <a:r>
                        <a:t>Ready to wire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Publish Everywhere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63040"/>
            <a:ext cx="384048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YouTube Shorts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Global discovery + search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1463040"/>
            <a:ext cx="384048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Instagram Reels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Visual-first regional shares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40280"/>
            <a:ext cx="384048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TikTok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Viral short-form momentum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2240280"/>
            <a:ext cx="384048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WhatsApp Status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Hyper-local friend-to-friend spread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017520"/>
            <a:ext cx="384048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Telegram Channels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Community broadcast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3017520"/>
            <a:ext cx="384048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X / Twitter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News + policy discourse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794760"/>
            <a:ext cx="384048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LinkedIn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Professional + NGO reach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3794760"/>
            <a:ext cx="384048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Facebook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Older demographics + groups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CURRENT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What’s Already 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34155"/>
                </a:solidFill>
              </a:defRPr>
            </a:pPr>
            <a:r>
              <a:t>• GPU VM with CUDA 12.5 + cuDNN 9 deployed and validated.</a:t>
            </a:r>
          </a:p>
          <a:p>
            <a:pPr>
              <a:spcAft>
                <a:spcPts val="1400"/>
              </a:spcAft>
              <a:defRPr sz="2000">
                <a:solidFill>
                  <a:srgbClr val="334155"/>
                </a:solidFill>
              </a:defRPr>
            </a:pPr>
            <a:r>
              <a:t>• Bernini image generation: 20/20 tests passing.</a:t>
            </a:r>
          </a:p>
          <a:p>
            <a:pPr>
              <a:spcAft>
                <a:spcPts val="1400"/>
              </a:spcAft>
              <a:defRPr sz="2000">
                <a:solidFill>
                  <a:srgbClr val="334155"/>
                </a:solidFill>
              </a:defRPr>
            </a:pPr>
            <a:r>
              <a:t>• IndicConformer ASR + IndicTrans2 translation on GPU.</a:t>
            </a:r>
          </a:p>
          <a:p>
            <a:pPr>
              <a:spcAft>
                <a:spcPts val="1400"/>
              </a:spcAft>
              <a:defRPr sz="2000">
                <a:solidFill>
                  <a:srgbClr val="334155"/>
                </a:solidFill>
              </a:defRPr>
            </a:pPr>
            <a:r>
              <a:t>• Signal Network spine, clip extraction, fan-out: 35/35 tests passing.</a:t>
            </a:r>
          </a:p>
          <a:p>
            <a:pPr>
              <a:spcAft>
                <a:spcPts val="1400"/>
              </a:spcAft>
              <a:defRPr sz="2000">
                <a:solidFill>
                  <a:srgbClr val="334155"/>
                </a:solidFill>
              </a:defRPr>
            </a:pPr>
            <a:r>
              <a:t>• Azure Blob Storage publisher implemented and ready for credentials.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Immediate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34155"/>
                </a:solidFill>
              </a:defRPr>
            </a:pPr>
            <a:r>
              <a:t>• Wire real Azure credentials and upload the first batch of clips.</a:t>
            </a:r>
          </a:p>
          <a:p>
            <a:pPr>
              <a:spcAft>
                <a:spcPts val="1400"/>
              </a:spcAft>
              <a:defRPr sz="2000">
                <a:solidFill>
                  <a:srgbClr val="334155"/>
                </a:solidFill>
              </a:defRPr>
            </a:pPr>
            <a:r>
              <a:t>• Replace FFmpeg subtitle burn with true Revideo 9:16 templates.</a:t>
            </a:r>
          </a:p>
          <a:p>
            <a:pPr>
              <a:spcAft>
                <a:spcPts val="1400"/>
              </a:spcAft>
              <a:defRPr sz="2000">
                <a:solidFill>
                  <a:srgbClr val="334155"/>
                </a:solidFill>
              </a:defRPr>
            </a:pPr>
            <a:r>
              <a:t>• Add platform publishers: YouTube Shorts, Instagram Reels, TikTok.</a:t>
            </a:r>
          </a:p>
          <a:p>
            <a:pPr>
              <a:spcAft>
                <a:spcPts val="1400"/>
              </a:spcAft>
              <a:defRPr sz="2000">
                <a:solidFill>
                  <a:srgbClr val="334155"/>
                </a:solidFill>
              </a:defRPr>
            </a:pPr>
            <a:r>
              <a:t>• Build a lightweight web dashboard for upload + monitoring.</a:t>
            </a:r>
          </a:p>
          <a:p>
            <a:pPr>
              <a:spcAft>
                <a:spcPts val="1400"/>
              </a:spcAft>
              <a:defRPr sz="2000">
                <a:solidFill>
                  <a:srgbClr val="334155"/>
                </a:solidFill>
              </a:defRPr>
            </a:pPr>
            <a:r>
              <a:t>• Crowdsource demographic profiles and regional signal data sources.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37160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8FAFC"/>
                </a:solidFill>
              </a:defRPr>
            </a:pPr>
            <a:r>
              <a:t>Join the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8FAFC"/>
                </a:solidFill>
              </a:defRPr>
            </a:pPr>
            <a:r>
              <a:t>▸ ML Engineers — optimize ASR/translation on GPU, ONNX, quantization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27248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8FAFC"/>
                </a:solidFill>
              </a:defRPr>
            </a:pPr>
            <a:r>
              <a:t>▸ Video / Frontend devs — real Revideo templates, caption styling, web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02736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8FAFC"/>
                </a:solidFill>
              </a:defRPr>
            </a:pPr>
            <a:r>
              <a:t>▸ Data / Linguists — improve Indic transcripts, region hashtags, demographic profiles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78224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8FAFC"/>
                </a:solidFill>
              </a:defRPr>
            </a:pPr>
            <a:r>
              <a:t>▸ DevOps / Cloud — Azure deployments, CI/CD, cost-efficient GPU scheduling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53712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8FAFC"/>
                </a:solidFill>
              </a:defRPr>
            </a:pPr>
            <a:r>
              <a:t>▸ Community — content testing, feedback loops, regional outreach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9436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06B6D4"/>
                </a:solidFill>
              </a:defRPr>
            </a:pPr>
            <a:r>
              <a:t>Repo: github.com/shivaram19/open-open-computer  ·  Signal Network folder</a:t>
            </a:r>
          </a:p>
          <a:p>
            <a:pPr algn="ctr">
              <a:defRPr sz="1200">
                <a:solidFill>
                  <a:srgbClr val="94A3B8"/>
                </a:solidFill>
              </a:defRPr>
            </a:pPr>
            <a:r>
              <a:t>Share this deck on LinkedIn, X, Instagram, WhatsApp, Telegram — anywhere builders gather.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